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F23D26B6-6815-41FC-814F-A846EEBC810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0A902959-D2D5-42FA-8685-50DE7EDC9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974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D26B6-6815-41FC-814F-A846EEBC810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02959-D2D5-42FA-8685-50DE7EDC9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143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D26B6-6815-41FC-814F-A846EEBC810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02959-D2D5-42FA-8685-50DE7EDC9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843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D26B6-6815-41FC-814F-A846EEBC810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02959-D2D5-42FA-8685-50DE7EDC9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817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D26B6-6815-41FC-814F-A846EEBC810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02959-D2D5-42FA-8685-50DE7EDC9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415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D26B6-6815-41FC-814F-A846EEBC810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02959-D2D5-42FA-8685-50DE7EDC9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736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D26B6-6815-41FC-814F-A846EEBC810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02959-D2D5-42FA-8685-50DE7EDC9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713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D26B6-6815-41FC-814F-A846EEBC810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02959-D2D5-42FA-8685-50DE7EDC9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792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D26B6-6815-41FC-814F-A846EEBC810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02959-D2D5-42FA-8685-50DE7EDC9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91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D26B6-6815-41FC-814F-A846EEBC810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02959-D2D5-42FA-8685-50DE7EDC9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922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D26B6-6815-41FC-814F-A846EEBC810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02959-D2D5-42FA-8685-50DE7EDC9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563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D26B6-6815-41FC-814F-A846EEBC810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02959-D2D5-42FA-8685-50DE7EDC9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1013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D26B6-6815-41FC-814F-A846EEBC810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02959-D2D5-42FA-8685-50DE7EDC9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589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D26B6-6815-41FC-814F-A846EEBC810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02959-D2D5-42FA-8685-50DE7EDC9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8665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D26B6-6815-41FC-814F-A846EEBC810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02959-D2D5-42FA-8685-50DE7EDC9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5135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F23D26B6-6815-41FC-814F-A846EEBC810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02959-D2D5-42FA-8685-50DE7EDC9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0930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F23D26B6-6815-41FC-814F-A846EEBC810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02959-D2D5-42FA-8685-50DE7EDC9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190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F23D26B6-6815-41FC-814F-A846EEBC8107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A902959-D2D5-42FA-8685-50DE7EDC9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450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BC2E1-6A98-9D10-96D1-83084FF23C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Web programozás Project bemutató</a:t>
            </a:r>
            <a:br>
              <a:rPr lang="hu-HU" dirty="0"/>
            </a:br>
            <a:r>
              <a:rPr lang="hu-HU" dirty="0"/>
              <a:t>-Álláskereső Portál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B17031-0DEC-7A3B-27FA-E2592C13DC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Készítette: Farkas </a:t>
            </a:r>
            <a:r>
              <a:rPr lang="hu-HU" dirty="0" err="1"/>
              <a:t>szabolcs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159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CBDDB-7C93-6AB7-C4D8-9411D5D3C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598" y="1807665"/>
            <a:ext cx="3859212" cy="565030"/>
          </a:xfrm>
        </p:spPr>
        <p:txBody>
          <a:bodyPr>
            <a:normAutofit fontScale="90000"/>
          </a:bodyPr>
          <a:lstStyle/>
          <a:p>
            <a:r>
              <a:rPr lang="hu-HU" dirty="0"/>
              <a:t>Fájl Hierarchia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7BC649-8D11-5713-D751-070B837F5C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4" y="4082473"/>
            <a:ext cx="3786501" cy="946727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DFD8F9-45F1-43C3-972A-F0097EE2D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0055" y="613783"/>
            <a:ext cx="3277057" cy="5439534"/>
          </a:xfrm>
          <a:prstGeom prst="rect">
            <a:avLst/>
          </a:prstGeom>
          <a:effectLst>
            <a:softEdge rad="0"/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57E19B2-0857-CE73-2DFD-C7D2DE2B5C9D}"/>
              </a:ext>
            </a:extLst>
          </p:cNvPr>
          <p:cNvSpPr/>
          <p:nvPr/>
        </p:nvSpPr>
        <p:spPr>
          <a:xfrm>
            <a:off x="5994401" y="812595"/>
            <a:ext cx="1727200" cy="954107"/>
          </a:xfrm>
          <a:prstGeom prst="rect">
            <a:avLst/>
          </a:prstGeom>
          <a:noFill/>
          <a:effectLst>
            <a:reflection endPos="0" dist="50800" dir="5400000" sy="-100000" algn="bl" rotWithShape="0"/>
          </a:effectLst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u-HU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Felhasználó bejelentkezési állapota</a:t>
            </a:r>
          </a:p>
          <a:p>
            <a:pPr algn="ctr"/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E2C80AF-C2DB-35B1-BF9D-7BBE04AB408C}"/>
              </a:ext>
            </a:extLst>
          </p:cNvPr>
          <p:cNvCxnSpPr/>
          <p:nvPr/>
        </p:nvCxnSpPr>
        <p:spPr>
          <a:xfrm>
            <a:off x="7721601" y="1136073"/>
            <a:ext cx="3417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30AAFC85-8558-9867-A796-23429068F3D1}"/>
              </a:ext>
            </a:extLst>
          </p:cNvPr>
          <p:cNvSpPr/>
          <p:nvPr/>
        </p:nvSpPr>
        <p:spPr>
          <a:xfrm>
            <a:off x="5604306" y="1828570"/>
            <a:ext cx="256574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u-HU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Adatbázis, és azzal kapcsolatos műveletek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21313AB-8146-38B8-371E-299DD620E48F}"/>
              </a:ext>
            </a:extLst>
          </p:cNvPr>
          <p:cNvCxnSpPr/>
          <p:nvPr/>
        </p:nvCxnSpPr>
        <p:spPr>
          <a:xfrm>
            <a:off x="7785763" y="2041236"/>
            <a:ext cx="2775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557A7AF1-9F2A-0FD4-0EB4-12A5A159D2C4}"/>
              </a:ext>
            </a:extLst>
          </p:cNvPr>
          <p:cNvSpPr/>
          <p:nvPr/>
        </p:nvSpPr>
        <p:spPr>
          <a:xfrm>
            <a:off x="5815801" y="2785992"/>
            <a:ext cx="2354254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u-HU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Biztonsági mentés az adatbázis tábláiról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54DD2B8-E301-7E33-0A3E-34ACF6941B56}"/>
              </a:ext>
            </a:extLst>
          </p:cNvPr>
          <p:cNvCxnSpPr/>
          <p:nvPr/>
        </p:nvCxnSpPr>
        <p:spPr>
          <a:xfrm>
            <a:off x="7767781" y="3429000"/>
            <a:ext cx="3135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F3A5730-95E5-7439-833C-B7278C0E4CB9}"/>
              </a:ext>
            </a:extLst>
          </p:cNvPr>
          <p:cNvSpPr/>
          <p:nvPr/>
        </p:nvSpPr>
        <p:spPr>
          <a:xfrm>
            <a:off x="5815801" y="3644443"/>
            <a:ext cx="2247544" cy="73866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u-HU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Jelentkezések vagy hirdetett állások részleteinek betöltése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CE49C24-EA3B-19D4-D838-0A4018BB460A}"/>
              </a:ext>
            </a:extLst>
          </p:cNvPr>
          <p:cNvCxnSpPr/>
          <p:nvPr/>
        </p:nvCxnSpPr>
        <p:spPr>
          <a:xfrm>
            <a:off x="7785763" y="3860800"/>
            <a:ext cx="2775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96C65FAA-EF69-9A13-091E-67CC2B280F49}"/>
              </a:ext>
            </a:extLst>
          </p:cNvPr>
          <p:cNvSpPr/>
          <p:nvPr/>
        </p:nvSpPr>
        <p:spPr>
          <a:xfrm>
            <a:off x="5931547" y="4382650"/>
            <a:ext cx="213179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u-HU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Fő oldalak ahova navigálni lehet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B27D61C-1BC7-E7A5-0ED7-6A409FDE45D9}"/>
              </a:ext>
            </a:extLst>
          </p:cNvPr>
          <p:cNvCxnSpPr/>
          <p:nvPr/>
        </p:nvCxnSpPr>
        <p:spPr>
          <a:xfrm>
            <a:off x="7803744" y="4555836"/>
            <a:ext cx="2775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20F530E7-1C04-E76A-5D6F-85F8632CB3F9}"/>
              </a:ext>
            </a:extLst>
          </p:cNvPr>
          <p:cNvSpPr/>
          <p:nvPr/>
        </p:nvSpPr>
        <p:spPr>
          <a:xfrm>
            <a:off x="6603338" y="5053112"/>
            <a:ext cx="1289135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u-HU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CSS stílus fájl 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93C66E0-DEB7-2947-BB69-2CDF06E1104C}"/>
              </a:ext>
            </a:extLst>
          </p:cNvPr>
          <p:cNvCxnSpPr/>
          <p:nvPr/>
        </p:nvCxnSpPr>
        <p:spPr>
          <a:xfrm>
            <a:off x="7826097" y="5207000"/>
            <a:ext cx="2775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7319B28-2F24-2437-A3AC-FDE014BCD195}"/>
              </a:ext>
            </a:extLst>
          </p:cNvPr>
          <p:cNvCxnSpPr/>
          <p:nvPr/>
        </p:nvCxnSpPr>
        <p:spPr>
          <a:xfrm>
            <a:off x="7803744" y="5710382"/>
            <a:ext cx="2775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F3E19C9-512B-1D4F-3AAC-C0BA74239F5C}"/>
              </a:ext>
            </a:extLst>
          </p:cNvPr>
          <p:cNvCxnSpPr/>
          <p:nvPr/>
        </p:nvCxnSpPr>
        <p:spPr>
          <a:xfrm>
            <a:off x="7833858" y="5941291"/>
            <a:ext cx="2775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ED07267A-166E-9FC5-120C-FFD94769DF1B}"/>
              </a:ext>
            </a:extLst>
          </p:cNvPr>
          <p:cNvSpPr/>
          <p:nvPr/>
        </p:nvSpPr>
        <p:spPr>
          <a:xfrm>
            <a:off x="6356598" y="5324082"/>
            <a:ext cx="156795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u-HU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Önéletrajzok lokális tárolása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833BDC7-FB04-0C17-BFA6-9F9626E164F4}"/>
              </a:ext>
            </a:extLst>
          </p:cNvPr>
          <p:cNvSpPr/>
          <p:nvPr/>
        </p:nvSpPr>
        <p:spPr>
          <a:xfrm>
            <a:off x="5495677" y="5766398"/>
            <a:ext cx="3003537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u-HU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Fő </a:t>
            </a:r>
            <a:r>
              <a:rPr lang="hu-HU" sz="1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index.php</a:t>
            </a:r>
            <a:r>
              <a:rPr lang="hu-HU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file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24670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6F9C1-DF70-2D99-4EBE-F66CD068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 err="1"/>
              <a:t>index.php</a:t>
            </a:r>
            <a:br>
              <a:rPr lang="hu-HU" dirty="0"/>
            </a:br>
            <a:r>
              <a:rPr lang="hu-HU" dirty="0"/>
              <a:t>(Bejelentkezés nélkül)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538087-5392-41BE-0A98-2A7CCC249AEA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04750B-F22A-24A7-A1F9-FA035F333D9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hu-HU" dirty="0"/>
              <a:t>-Amikor nem vagyunk bejelentkezve akkor a bejelentkezési felületre dob minket, onnan át lehet lépni és regisztrálni, majd bejelentkezni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D2AD78-D882-075F-EBE2-ABA7ED385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120" y="405976"/>
            <a:ext cx="3178733" cy="19642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A49139-A669-17E5-CEA0-2F81D2952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230" y="4343400"/>
            <a:ext cx="2823250" cy="22985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E1894FE-12A1-784A-275D-08A20B5C70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5454" y="2561166"/>
            <a:ext cx="4239217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609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BC539-B2AC-F68C-F482-49348D3CB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 err="1"/>
              <a:t>index.php</a:t>
            </a:r>
            <a:br>
              <a:rPr lang="hu-HU"/>
            </a:br>
            <a:r>
              <a:rPr lang="hu-HU"/>
              <a:t>(Bejelentkezés </a:t>
            </a:r>
            <a:r>
              <a:rPr lang="hu-HU" dirty="0"/>
              <a:t>után)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A86220-EE8B-4136-EA02-85FF350A2C1F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EEDCE-08BD-AD36-89AA-50BBD90F2C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3" y="3657600"/>
            <a:ext cx="4743381" cy="2057400"/>
          </a:xfrm>
        </p:spPr>
        <p:txBody>
          <a:bodyPr>
            <a:normAutofit/>
          </a:bodyPr>
          <a:lstStyle/>
          <a:p>
            <a:r>
              <a:rPr lang="hu-HU" dirty="0"/>
              <a:t>Főbb elemek:</a:t>
            </a:r>
          </a:p>
          <a:p>
            <a:r>
              <a:rPr lang="hu-HU" dirty="0"/>
              <a:t>	-Navigációs sáv(</a:t>
            </a:r>
            <a:r>
              <a:rPr lang="hu-HU" dirty="0" err="1"/>
              <a:t>Állások,Profil,Feltöltés</a:t>
            </a:r>
            <a:r>
              <a:rPr lang="hu-HU" dirty="0"/>
              <a:t>)</a:t>
            </a:r>
          </a:p>
          <a:p>
            <a:r>
              <a:rPr lang="hu-HU" dirty="0"/>
              <a:t>	-Szűrő a munkák pontosabb megjelenítéséhez:</a:t>
            </a:r>
          </a:p>
          <a:p>
            <a:r>
              <a:rPr lang="hu-HU" dirty="0"/>
              <a:t>	(Dinamikus MYSQL lekérdezés)</a:t>
            </a:r>
          </a:p>
          <a:p>
            <a:r>
              <a:rPr lang="hu-HU" dirty="0"/>
              <a:t>	-Állások kiíratása, és a rájuk való jelentkezés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3D28A1-D7CD-99F8-4485-7D92437B0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8334" y="1663721"/>
            <a:ext cx="6245990" cy="336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94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24986-91A9-C056-7561-CC9912406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Dinamikus SQL lekérdezés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36A1B-E862-28CA-030C-7CBB60767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901787-5D04-B856-029F-9CF02A12F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908" y="1727671"/>
            <a:ext cx="3038141" cy="41566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685039-2A2F-CEE1-7011-E93E0E647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2846" y="1727671"/>
            <a:ext cx="5344271" cy="12098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E1578A-EB69-B6B5-C24F-0EA7167BFA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2846" y="3121155"/>
            <a:ext cx="4610743" cy="271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1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9AC5E-CBFF-EA3E-117E-A7E304569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Profil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15D85-8025-9CD5-25DD-39227818A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Fontosabb részek:</a:t>
            </a:r>
          </a:p>
          <a:p>
            <a:pPr lvl="1"/>
            <a:r>
              <a:rPr lang="hu-HU" dirty="0"/>
              <a:t>Felhasználói adatok</a:t>
            </a:r>
          </a:p>
          <a:p>
            <a:pPr lvl="1"/>
            <a:r>
              <a:rPr lang="hu-HU" dirty="0"/>
              <a:t>Önéletrajz feltöltése</a:t>
            </a:r>
          </a:p>
          <a:p>
            <a:pPr marL="457200" lvl="1" indent="0">
              <a:buNone/>
            </a:pPr>
            <a:r>
              <a:rPr lang="hu-HU" dirty="0"/>
              <a:t>(és lokális tárolása)</a:t>
            </a:r>
          </a:p>
          <a:p>
            <a:pPr lvl="1"/>
            <a:r>
              <a:rPr lang="hu-HU" dirty="0"/>
              <a:t>Jelentkezések listája</a:t>
            </a:r>
          </a:p>
          <a:p>
            <a:pPr lvl="1"/>
            <a:r>
              <a:rPr lang="hu-HU" dirty="0"/>
              <a:t>Feltöltött munkák listája</a:t>
            </a:r>
          </a:p>
          <a:p>
            <a:pPr lvl="1"/>
            <a:endParaRPr lang="hu-H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A8EBA1-42A5-0AE8-630C-7F633A9BE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7013" y="2197988"/>
            <a:ext cx="6561714" cy="3532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620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4C815-3058-3F15-A2EE-6634BB0CD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Állás feltöltése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E5D3C-53A3-851E-8E1E-94C212B63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4003851" cy="3416300"/>
          </a:xfrm>
        </p:spPr>
        <p:txBody>
          <a:bodyPr/>
          <a:lstStyle/>
          <a:p>
            <a:r>
              <a:rPr lang="hu-HU" dirty="0"/>
              <a:t>Miután kitöltöttük az információinkkal a </a:t>
            </a:r>
            <a:r>
              <a:rPr lang="hu-HU" dirty="0" err="1"/>
              <a:t>formot</a:t>
            </a:r>
            <a:r>
              <a:rPr lang="hu-HU" dirty="0"/>
              <a:t>, átnézhetjük hogy nézne ki, esetleg változtathatunk az információkon, majd véglegesíthetjük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125F95-4BE7-9280-FFB7-4491731E7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8805" y="3868496"/>
            <a:ext cx="4903002" cy="26400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89182E-8A58-AA66-CE6A-5ED5E4138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6704" y="349426"/>
            <a:ext cx="3754934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657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5E4E9-41D2-3EDC-F93A-86AF426FE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Jelentkezési információk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B7AD1-6AF7-D5A1-1005-9E5CDEF6D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500"/>
            <a:ext cx="3417046" cy="3945082"/>
          </a:xfrm>
        </p:spPr>
        <p:txBody>
          <a:bodyPr>
            <a:normAutofit fontScale="92500" lnSpcReduction="20000"/>
          </a:bodyPr>
          <a:lstStyle/>
          <a:p>
            <a:r>
              <a:rPr lang="hu-HU" dirty="0"/>
              <a:t>Megnézhetjük az általános információit a személynek aki jelentkezett, valamint letölthetjük az önéletrajzát.</a:t>
            </a:r>
          </a:p>
          <a:p>
            <a:r>
              <a:rPr lang="hu-HU" dirty="0"/>
              <a:t>Változtathatunk a jelentkezés Státuszán</a:t>
            </a:r>
          </a:p>
          <a:p>
            <a:pPr lvl="1"/>
            <a:r>
              <a:rPr lang="hu-HU" dirty="0"/>
              <a:t>Elutasítva</a:t>
            </a:r>
          </a:p>
          <a:p>
            <a:pPr lvl="1"/>
            <a:r>
              <a:rPr lang="hu-HU" dirty="0"/>
              <a:t>Elfogadva</a:t>
            </a:r>
          </a:p>
          <a:p>
            <a:pPr lvl="1"/>
            <a:r>
              <a:rPr lang="hu-HU" dirty="0"/>
              <a:t>Függőben</a:t>
            </a:r>
          </a:p>
          <a:p>
            <a:r>
              <a:rPr lang="hu-HU" dirty="0"/>
              <a:t>Valamint törölhetjük a jelentkezést</a:t>
            </a:r>
          </a:p>
          <a:p>
            <a:pPr marL="0" indent="0">
              <a:buNone/>
            </a:pPr>
            <a:r>
              <a:rPr lang="hu-HU" dirty="0"/>
              <a:t>(ezt saját jelentkezéssel is meglehet csinálni ha még nincsen elbírálva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D682BF-DE0B-B7AD-D017-EBF78E22A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1" y="2434484"/>
            <a:ext cx="6524297" cy="3754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494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75C86-011C-E0CB-B762-5A2208AED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Hirdetett állásinformációk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03DE2-026D-2716-40AB-75051D6B5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4368391" cy="3416300"/>
          </a:xfrm>
        </p:spPr>
        <p:txBody>
          <a:bodyPr/>
          <a:lstStyle/>
          <a:p>
            <a:r>
              <a:rPr lang="hu-HU" dirty="0"/>
              <a:t>Láthatóak az állásunk információi, képesek vagyunk szerkeszteni tartalmát, esetleg törölni. Ha töröljük, a vele együtt járó összes jelentkezést is töröljük.</a:t>
            </a:r>
          </a:p>
          <a:p>
            <a:r>
              <a:rPr lang="hu-HU" dirty="0"/>
              <a:t>Valamint látható az összes jelentkező listája aki a munkára jelentkezett, és átlehet navigálni a jelentkezés részleteihez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AD4259-20C7-53A6-63BF-FD1C0C9C8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257" y="2135502"/>
            <a:ext cx="5050525" cy="4352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919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E1DA0-D4A8-0597-B72F-C20013047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Az adatbázis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3151C-4D2E-4408-B08A-46E930DDF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500"/>
            <a:ext cx="3314892" cy="3280832"/>
          </a:xfrm>
        </p:spPr>
        <p:txBody>
          <a:bodyPr/>
          <a:lstStyle/>
          <a:p>
            <a:r>
              <a:rPr lang="hu-HU" dirty="0"/>
              <a:t>3 táblából áll</a:t>
            </a:r>
          </a:p>
          <a:p>
            <a:r>
              <a:rPr lang="hu-HU" dirty="0"/>
              <a:t>Kapcsolatban vannak egymással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9C9E1F-E6F5-1BC3-7E89-F355D62D8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9847" y="2243047"/>
            <a:ext cx="7039173" cy="4137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578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5DD14-1AF5-6949-1C05-360E60A013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Köszönöm a figyelmet!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16C034-555E-946F-1B70-3771A718D9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8542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151</TotalTime>
  <Words>261</Words>
  <Application>Microsoft Office PowerPoint</Application>
  <PresentationFormat>Widescreen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Ion Boardroom</vt:lpstr>
      <vt:lpstr>Web programozás Project bemutató -Álláskereső Portál</vt:lpstr>
      <vt:lpstr>Fájl Hierarchia</vt:lpstr>
      <vt:lpstr>index.php (Bejelentkezés nélkül)</vt:lpstr>
      <vt:lpstr>index.php (Bejelentkezés után)</vt:lpstr>
      <vt:lpstr>Dinamikus SQL lekérdezés</vt:lpstr>
      <vt:lpstr>Profil</vt:lpstr>
      <vt:lpstr>Állás feltöltése</vt:lpstr>
      <vt:lpstr>Jelentkezési információk</vt:lpstr>
      <vt:lpstr>Hirdetett állásinformációk</vt:lpstr>
      <vt:lpstr>Az adatbázis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programozás Project bemutató -Álláskereső Portál</dc:title>
  <dc:creator>Család Farkas</dc:creator>
  <cp:lastModifiedBy>Család Farkas</cp:lastModifiedBy>
  <cp:revision>3</cp:revision>
  <dcterms:created xsi:type="dcterms:W3CDTF">2026-01-19T14:36:15Z</dcterms:created>
  <dcterms:modified xsi:type="dcterms:W3CDTF">2026-01-19T17:07:39Z</dcterms:modified>
</cp:coreProperties>
</file>